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35527"/>
            <a:ext cx="7851648" cy="1828800"/>
          </a:xfrm>
        </p:spPr>
        <p:txBody>
          <a:bodyPr>
            <a:normAutofit/>
          </a:bodyPr>
          <a:lstStyle/>
          <a:p>
            <a:pPr>
              <a:defRPr sz="4800" b="1">
                <a:solidFill>
                  <a:srgbClr val="000000"/>
                </a:solidFill>
              </a:defRPr>
            </a:pPr>
            <a:r>
              <a:rPr dirty="0" smtClean="0"/>
              <a:t> </a:t>
            </a:r>
            <a:r>
              <a:rPr dirty="0"/>
              <a:t>Advanced Libraries in Python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4127" y="2605083"/>
            <a:ext cx="7854696" cy="1752600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</a:rPr>
              <a:t>Name: Anokhi Ketankumar Dave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Enrollment no./Roll no. : 2402030430008/57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Subject : Python Programming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Class: 4CEA</a:t>
            </a:r>
          </a:p>
          <a:p>
            <a:pPr algn="just"/>
            <a:r>
              <a:rPr lang="en-US" sz="3200" dirty="0">
                <a:solidFill>
                  <a:schemeClr val="bg1"/>
                </a:solidFill>
              </a:rPr>
              <a:t>Department CE</a:t>
            </a:r>
          </a:p>
          <a:p>
            <a:pPr algn="just"/>
            <a:endParaRPr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📖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Python has a rich ecosystem of libraries that simplify complex tasks in fields like: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• Data Science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• Machine Learning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• Image Processing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• AI &amp; Web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📌 What is a Python Library?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Definition: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A library is a collection of precompiled functions, classes, and modules that perform specific operations, saving time and effort.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Key Features: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• Pre-written code modules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• Easy integration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• Large community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✨ Advantages of Using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4300" dirty="0"/>
              <a:t>• Faster development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4300" dirty="0"/>
              <a:t>• Reduces code redundancy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4300" dirty="0"/>
              <a:t>• Tested, reliable modules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4300" dirty="0"/>
              <a:t>• Simplifies complex operations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4300" dirty="0"/>
              <a:t>• Community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⚠️ Disadvantages of Using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400" dirty="0"/>
              <a:t>• May have version conflicts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400" dirty="0"/>
              <a:t>• Learning curve for some libraries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400" dirty="0"/>
              <a:t>• Dependency on third-party code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400" dirty="0"/>
              <a:t>• Potential performance overhead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dirty="0"/>
              <a:t>🔢 NumPy: Numerical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Definition: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NumPy is a Python library for numerical computing and working with large multi-dimensional arrays.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Key Features: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• Fast array operations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• Linear algebra functions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• Random number generation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• Efficient computations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• Easy integration with other libraries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Disadvantages: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000" dirty="0"/>
              <a:t>• Learning curve for syntax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📊 Pandas: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Definition: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Pandas is a data manipulation and analysis library.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Key Features: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• </a:t>
            </a:r>
            <a:r>
              <a:rPr dirty="0" err="1"/>
              <a:t>DataFrame</a:t>
            </a:r>
            <a:r>
              <a:rPr dirty="0"/>
              <a:t> structure for tabular data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• Supports CSV, Excel, JSON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• Simplifies data analysis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• Intuitive syntax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Disadvantages: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• High memory usage for large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📈 Matplotlib: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Definition: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 err="1"/>
              <a:t>Matplotlib</a:t>
            </a:r>
            <a:r>
              <a:rPr sz="2400" dirty="0"/>
              <a:t> is a plotting library for creating static and interactive visualizations.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Key Features: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2D plotting: bar, line, scatter, histogram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Integration with Pandas/NumPy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Highly customizable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Publication-quality plots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Disadvantages: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Steeper learning curve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🖼️ Pillow (PIL): Image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Definition: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Pillow is a Python Imaging Library used for image manipulation.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Key Features: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Open, resize, crop, rotate images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Supports various image formats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Lightweight and easy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Good for basic image tasks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Disadvantages: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Not suited for advanced image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🤖 Keras: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Definition: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 err="1"/>
              <a:t>Keras</a:t>
            </a:r>
            <a:r>
              <a:rPr sz="2400" dirty="0"/>
              <a:t> is a high-level neural network API running on top of </a:t>
            </a:r>
            <a:r>
              <a:rPr sz="2400" dirty="0" err="1"/>
              <a:t>TensorFlow</a:t>
            </a:r>
            <a:r>
              <a:rPr sz="2400" dirty="0"/>
              <a:t>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Key Features: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Simplified model creation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CNN, RNN, MLP support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Beginner-friendly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Runs on multiple </a:t>
            </a:r>
            <a:r>
              <a:rPr sz="2400" dirty="0" err="1"/>
              <a:t>backends</a:t>
            </a:r>
            <a:endParaRPr sz="2400"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Disadvantages: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Limited flexibility for complex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🧠 TensorFlow: Machine Learning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Definition: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 err="1"/>
              <a:t>TensorFlow</a:t>
            </a:r>
            <a:r>
              <a:rPr sz="2400" dirty="0"/>
              <a:t> is an open-source platform for machine learning and deep learning.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Key Features: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Graph computation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Large-scale ML applications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Extensive documentation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Active community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Disadvantages: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dirty="0"/>
              <a:t>• Complex syntax for beginners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🖥️ Python Frameworks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Definition: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A framework is a collection of libraries and tools for building applications.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Popular Frameworks: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Django</a:t>
            </a:r>
            <a:r>
              <a:rPr sz="2800" dirty="0"/>
              <a:t>: Web apps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Flask: Micro-framework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FastAPI</a:t>
            </a:r>
            <a:r>
              <a:rPr sz="2800" dirty="0"/>
              <a:t>: High-speed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💡 Image Classification Mini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Project Objective: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Classify images (cats </a:t>
            </a:r>
            <a:r>
              <a:rPr sz="3200" dirty="0" err="1"/>
              <a:t>vs</a:t>
            </a:r>
            <a:r>
              <a:rPr sz="3200" dirty="0"/>
              <a:t> dogs) using CNN with </a:t>
            </a:r>
            <a:r>
              <a:rPr sz="3200" dirty="0" err="1"/>
              <a:t>Keras</a:t>
            </a:r>
            <a:r>
              <a:rPr sz="3200" dirty="0"/>
              <a:t> and </a:t>
            </a:r>
            <a:r>
              <a:rPr sz="3200" dirty="0" err="1"/>
              <a:t>TensorFlow</a:t>
            </a:r>
            <a:r>
              <a:rPr sz="3200" dirty="0"/>
              <a:t>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Project Features: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• Image pre-processing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• CNN model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200" dirty="0"/>
              <a:t>• Training, testing, and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📌 Project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Image resizing &amp; augmentation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Epoch-based training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Real-time prediction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Accuracy visualization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🎯 Advantages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Hands-on experience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Demonstrates AI workflow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Real-time prediction capability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Customizable dataset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🎉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Python libraries empower developers for: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Data Science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Visualization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AI &amp; Deep Learning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• Web Development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📌 </a:t>
            </a:r>
            <a:r>
              <a:rPr sz="2800" dirty="0" err="1"/>
              <a:t>GitHub</a:t>
            </a:r>
            <a:r>
              <a:rPr sz="2800" dirty="0"/>
              <a:t> Link: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800" dirty="0"/>
              <a:t>[Your </a:t>
            </a:r>
            <a:r>
              <a:rPr sz="2800" dirty="0" err="1"/>
              <a:t>GitHub</a:t>
            </a:r>
            <a:r>
              <a:rPr sz="2800" dirty="0"/>
              <a:t> Link Here]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🙌 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Questions? 📬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</TotalTime>
  <Words>613</Words>
  <Application>Microsoft Office PowerPoint</Application>
  <PresentationFormat>On-screen Show (4:3)</PresentationFormat>
  <Paragraphs>131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 Advanced Libraries in Python </vt:lpstr>
      <vt:lpstr>📖 Introduction</vt:lpstr>
      <vt:lpstr>📌 What is a Python Library?</vt:lpstr>
      <vt:lpstr>✨ Advantages of Using Libraries</vt:lpstr>
      <vt:lpstr>⚠️ Disadvantages of Using Libraries</vt:lpstr>
      <vt:lpstr>🔢 NumPy: Numerical Python</vt:lpstr>
      <vt:lpstr>📊 Pandas: Data Analysis</vt:lpstr>
      <vt:lpstr>📈 Matplotlib: Data Visualization</vt:lpstr>
      <vt:lpstr>🖼️ Pillow (PIL): Image Processing</vt:lpstr>
      <vt:lpstr>🤖 Keras: Deep Learning</vt:lpstr>
      <vt:lpstr>🧠 TensorFlow: Machine Learning Framework</vt:lpstr>
      <vt:lpstr>🖥️ Python Frameworks Overview</vt:lpstr>
      <vt:lpstr>💡 Image Classification Mini Project</vt:lpstr>
      <vt:lpstr>📌 Project Key Features</vt:lpstr>
      <vt:lpstr>🎯 Advantages of Project</vt:lpstr>
      <vt:lpstr>🎉 Conclusion</vt:lpstr>
      <vt:lpstr>🙌 Thank You!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Advanced Libraries in Python </dc:title>
  <dc:creator>My Pc</dc:creator>
  <dc:description>generated using python-pptx</dc:description>
  <cp:lastModifiedBy>My Pc</cp:lastModifiedBy>
  <cp:revision>2</cp:revision>
  <dcterms:created xsi:type="dcterms:W3CDTF">2013-01-27T09:14:16Z</dcterms:created>
  <dcterms:modified xsi:type="dcterms:W3CDTF">2025-04-14T15:08:46Z</dcterms:modified>
</cp:coreProperties>
</file>